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Sharing and Binding within High-Level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Daniel Chidi Chimezie (1230515)</a:t>
            </a:r>
          </a:p>
          <a:p>
            <a:r>
              <a:t>Electronic Engineering</a:t>
            </a:r>
          </a:p>
          <a:p>
            <a:r>
              <a:t>Hochschule Hamm-Lippstadt</a:t>
            </a:r>
          </a:p>
          <a:p>
            <a:r>
              <a:t>Prof. Achim Rettberg</a:t>
            </a:r>
          </a:p>
          <a:p>
            <a:r>
              <a:t>Prof. Stefan Henkler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High-Level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HLS converts C/C++/SystemC into RTL.</a:t>
            </a:r>
          </a:p>
          <a:p>
            <a:r>
              <a:t>Benefits: Faster design, productivity, verification, design-space exploration.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HLS Design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Behavioral Specification → Scheduling → Allocation → Binding → RTL Generation → FPGA/ASIC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Sharing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Reuse hardware resources across multiple operations.</a:t>
            </a:r>
          </a:p>
          <a:p>
            <a:r>
              <a:t>Benefits: Reduced area, power,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Resource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Unit Sharing</a:t>
            </a:r>
          </a:p>
          <a:p>
            <a:r>
              <a:t>Register Sharing</a:t>
            </a:r>
          </a:p>
          <a:p>
            <a:r>
              <a:t>Memory Sharing</a:t>
            </a:r>
          </a:p>
          <a:p>
            <a:r>
              <a:t>Bus Sharing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Binding in HLS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Binding maps scheduled operations onto hardware resources.</a:t>
            </a:r>
          </a:p>
          <a:p>
            <a:r>
              <a:t>Scheduling = WHEN, Binding = 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Binding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Left-Edge Algorithm</a:t>
            </a:r>
          </a:p>
          <a:p>
            <a:r>
              <a:t>Compatibility Graph</a:t>
            </a:r>
          </a:p>
          <a:p>
            <a:r>
              <a:t>Clique Partitioning</a:t>
            </a:r>
          </a:p>
          <a:p>
            <a:r>
              <a:t>Heuristic Methods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vs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Scheduling: Assign time.</a:t>
            </a:r>
          </a:p>
          <a:p>
            <a:r>
              <a:t>Binding: Assign hardware.</a:t>
            </a:r>
          </a:p>
          <a:p>
            <a:r>
              <a:t>Latency vs Area optimization.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a*b + c*d</a:t>
            </a:r>
          </a:p>
          <a:p>
            <a:r>
              <a:t>Without sharing: 2 multipliers.</a:t>
            </a:r>
          </a:p>
          <a:p>
            <a:r>
              <a:t>With sharing: 1 multiplier + MUX.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Utilization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Sharing reduces DSP usage, area, and power consumption.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RTL Architecture after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MUX → Shared Multiplier → Adder → Output</a:t>
            </a:r>
          </a:p>
          <a:p>
            <a:r>
              <a:t>Controlled by FSM.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takeaways, challenges, future research directions, and discussion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